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SecureHer</a:t>
            </a:r>
            <a:r>
              <a:rPr dirty="0"/>
              <a:t> – A Smart Safety App for Women in Public Spaces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Women often feel unsafe in public places like buses, trains, and parks.</a:t>
            </a:r>
          </a:p>
          <a:p>
            <a:r>
              <a:t>- Lack of fast help and safety checks increases the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 mobile app that offers:</a:t>
            </a:r>
          </a:p>
          <a:p>
            <a:r>
              <a:rPr dirty="0"/>
              <a:t>  - Live location tracking</a:t>
            </a:r>
          </a:p>
          <a:p>
            <a:r>
              <a:rPr dirty="0"/>
              <a:t>  - SOS emergency alerts</a:t>
            </a:r>
          </a:p>
          <a:p>
            <a:r>
              <a:rPr dirty="0"/>
              <a:t>  - Safety checks based on location</a:t>
            </a:r>
          </a:p>
          <a:p>
            <a:r>
              <a:rPr dirty="0"/>
              <a:t>  - Easy reporting of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Frontend: Flutter (Android &amp; iOS)</a:t>
            </a:r>
          </a:p>
          <a:p>
            <a:r>
              <a:rPr dirty="0"/>
              <a:t>- Backend: Node.js &amp; Firebase</a:t>
            </a:r>
          </a:p>
          <a:p>
            <a:r>
              <a:rPr dirty="0"/>
              <a:t>- Features:</a:t>
            </a:r>
          </a:p>
          <a:p>
            <a:r>
              <a:rPr dirty="0"/>
              <a:t>  - GPS tracking</a:t>
            </a:r>
          </a:p>
          <a:p>
            <a:r>
              <a:rPr dirty="0"/>
              <a:t>  - Emergency contact alerts</a:t>
            </a:r>
          </a:p>
          <a:p>
            <a:r>
              <a:rPr dirty="0"/>
              <a:t>  - AI to detect unusual activity</a:t>
            </a:r>
          </a:p>
          <a:p>
            <a:r>
              <a:rPr dirty="0"/>
              <a:t>  - Anonymous incident </a:t>
            </a:r>
            <a:r>
              <a:rPr dirty="0" smtClean="0"/>
              <a:t>reporting</a:t>
            </a:r>
            <a:r>
              <a:rPr lang="en-US" dirty="0" smtClean="0"/>
              <a:t>	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&amp;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Technically Possible: Uses proven technologies</a:t>
            </a:r>
          </a:p>
          <a:p>
            <a:r>
              <a:rPr dirty="0"/>
              <a:t>- Financially Viable: Low-cost development; can be supported by NGOs or government</a:t>
            </a:r>
          </a:p>
          <a:p>
            <a:r>
              <a:rPr dirty="0"/>
              <a:t>- Scalable: Start with cities, then expand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Helps women get quick help in danger</a:t>
            </a:r>
          </a:p>
          <a:p>
            <a:r>
              <a:rPr dirty="0"/>
              <a:t>- Creates safer communities</a:t>
            </a:r>
          </a:p>
          <a:p>
            <a:r>
              <a:rPr dirty="0"/>
              <a:t>- Encourages reporting of incidents</a:t>
            </a:r>
          </a:p>
          <a:p>
            <a:r>
              <a:rPr dirty="0"/>
              <a:t>- Connects with police and NGOs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- UN Women: High public safety concerns among women</a:t>
            </a:r>
          </a:p>
          <a:p>
            <a:r>
              <a:rPr dirty="0" smtClean="0"/>
              <a:t>- Existing apps (like </a:t>
            </a:r>
            <a:r>
              <a:rPr dirty="0" err="1" smtClean="0"/>
              <a:t>bSafe</a:t>
            </a:r>
            <a:r>
              <a:rPr dirty="0" smtClean="0"/>
              <a:t>) show demand</a:t>
            </a:r>
          </a:p>
          <a:p>
            <a:r>
              <a:rPr dirty="0" smtClean="0"/>
              <a:t>- AI can help detect threats in real-time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0" lvl="8" indent="0">
              <a:buNone/>
            </a:pPr>
            <a:r>
              <a:rPr dirty="0"/>
              <a:t>- Connect with smartwatches</a:t>
            </a:r>
          </a:p>
          <a:p>
            <a:r>
              <a:rPr dirty="0"/>
              <a:t>- Safe route navigation using AR</a:t>
            </a:r>
          </a:p>
          <a:p>
            <a:r>
              <a:rPr dirty="0"/>
              <a:t>- Community-wide safety alerts</a:t>
            </a:r>
          </a:p>
          <a:p>
            <a:r>
              <a:rPr dirty="0"/>
              <a:t>- Partner with transport &amp; ride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226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SecureHer – A Smart Safety App for Women in Public Spaces</vt:lpstr>
      <vt:lpstr>Problem Statement</vt:lpstr>
      <vt:lpstr>Proposed Solution</vt:lpstr>
      <vt:lpstr>Technical Approach</vt:lpstr>
      <vt:lpstr>Feasibility &amp; Viability</vt:lpstr>
      <vt:lpstr>Impact &amp; Benefits</vt:lpstr>
      <vt:lpstr>Research &amp; References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SecureHer – A Smart Safety App for Women in Public Spaces</dc:title>
  <dc:subject/>
  <dc:creator>Venkateshwarlu Menta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2025-04-30T10:33:27Z</dcterms:modified>
  <cp:category/>
</cp:coreProperties>
</file>